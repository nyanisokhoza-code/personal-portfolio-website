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548640"/>
            <a:ext cx="640080" cy="640080"/>
          </a:xfrm>
          <a:prstGeom prst="ellipse">
            <a:avLst/>
          </a:prstGeom>
          <a:solidFill>
            <a:srgbClr val="141A22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69848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SUPPORT  •  NETWORKING  •  DIGITAL SOLUTIONS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Nyaniso Khoza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Portfolio Website — Project Submission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0" cy="1051560"/>
          </a:xfrm>
          <a:prstGeom prst="line">
            <a:avLst/>
          </a:prstGeom>
          <a:noFill/>
          <a:ln w="12700">
            <a:solidFill>
              <a:srgbClr val="23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September 2026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nyanisokhoza-code.github.io/Personal-Portfolio-Website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walkthrough of the personal portfolio website built for Nyaniso Khoza — from the design concept and technology choices through to the finished, live, and version-controlled product.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Build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Concept, technologies and page-by-page structure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880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3200400"/>
            <a:ext cx="457200" cy="45720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download and responsive behaviour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880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3200400"/>
            <a:ext cx="457200" cy="45720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repository and live deployment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portfolio exists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professional home for Nyaniso's work and profile as an IT System Support Engineer — somewhere skills, projects and a downloadable CV are always one link away.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24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770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capability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1810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technical support, networking and project work in one place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24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730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 the CV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7822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reliable link for recruiters and collaborators to download 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24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690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presence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0383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self-hosted, self-controlled profile — not tied to a single platform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"Executive Dark / Glass"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 navy canvas, glass-panel cards and a single bright-blue accent — a design language that reads as technical and composed rather than decorative.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816352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700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navy background throughout — no light/dark switching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319272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1729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Glass-style cards with soft borders and blur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822192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6758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accent colour used sparingly for emphasis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325112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1788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persistent floating element (CV control) as a signature motif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274320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0B0F14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#0B0F14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732520" y="274320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3252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#141A22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784080" y="274320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4C8FFF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8408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#4C8FFF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835640" y="274320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CFE0FF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83564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83564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#CFE0FF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 lean, dependency-free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254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page 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6596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9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14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254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Hand-written styling — no framework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6596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9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14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254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for interactivity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79476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9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343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6542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5204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79476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772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9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343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6542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repository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5204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79476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9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343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6542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hosting &amp; deployment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WALKTHROUGH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0" y="164592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1645920"/>
            <a:ext cx="5486400" cy="320040"/>
          </a:xfrm>
          <a:prstGeom prst="roundRect">
            <a:avLst>
              <a:gd name="adj" fmla="val 17143"/>
            </a:avLst>
          </a:prstGeom>
          <a:solidFill>
            <a:srgbClr val="10151C"/>
          </a:solidFill>
          <a:ln/>
        </p:spPr>
      </p:sp>
      <p:sp>
        <p:nvSpPr>
          <p:cNvPr id="6" name="Shape 4"/>
          <p:cNvSpPr/>
          <p:nvPr/>
        </p:nvSpPr>
        <p:spPr>
          <a:xfrm>
            <a:off x="6172200" y="1755648"/>
            <a:ext cx="100584" cy="10058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6373368" y="1755648"/>
            <a:ext cx="100584" cy="10058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8" name="Shape 6"/>
          <p:cNvSpPr/>
          <p:nvPr/>
        </p:nvSpPr>
        <p:spPr>
          <a:xfrm>
            <a:off x="6574536" y="175564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2377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reliable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8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what matters.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55080" y="3931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C8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My 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3108960"/>
            <a:ext cx="502920" cy="1280160"/>
          </a:xfrm>
          <a:prstGeom prst="roundRect">
            <a:avLst>
              <a:gd name="adj" fmla="val 18182"/>
            </a:avLst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69880" y="310896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" y="1901952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737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Full-viewport hero with headline and call-to-action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2615184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4505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floating “Download CV” tab on the right edge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328416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1638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navigation across About, Skills, Experience, Projects, Education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041648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387705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glow accents and reveal-on-scroll animation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WALKTHROUGH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675120" cy="2286000"/>
          </a:xfrm>
          <a:prstGeom prst="roundRect">
            <a:avLst>
              <a:gd name="adj" fmla="val 3200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457200" cy="45720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System Support Engineer with experience across technical support, networking, project coordination and hands-on operations.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926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anchors the site's professional narrative — establishing role, focus areas and the kind of work Nyaniso wants to be found for.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0" y="16916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10151C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site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286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with a rotating profile panel and quick status indicators (Available, Networking, System Support).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WALKTHROUGH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as a set of tags on the site, mirroring the language used across About, Experience and this deck.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383280" cy="594360"/>
          </a:xfrm>
          <a:prstGeom prst="roundRect">
            <a:avLst>
              <a:gd name="adj" fmla="val 49231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Support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2377440"/>
            <a:ext cx="3383280" cy="594360"/>
          </a:xfrm>
          <a:prstGeom prst="roundRect">
            <a:avLst>
              <a:gd name="adj" fmla="val 49231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2377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0" y="2377440"/>
            <a:ext cx="3383280" cy="594360"/>
          </a:xfrm>
          <a:prstGeom prst="roundRect">
            <a:avLst>
              <a:gd name="adj" fmla="val 49231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2377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Administration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3383280" cy="594360"/>
          </a:xfrm>
          <a:prstGeom prst="roundRect">
            <a:avLst>
              <a:gd name="adj" fmla="val 49231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46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Coordination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3246120"/>
            <a:ext cx="3383280" cy="594360"/>
          </a:xfrm>
          <a:prstGeom prst="roundRect">
            <a:avLst>
              <a:gd name="adj" fmla="val 49231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3246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Solutions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3246120"/>
            <a:ext cx="3383280" cy="594360"/>
          </a:xfrm>
          <a:prstGeom prst="roundRect">
            <a:avLst>
              <a:gd name="adj" fmla="val 49231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3246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Operations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WALKTHROUGH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project slots are built into the site as cards, ready to hold detailed case studies as they're finalised.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2880360" cy="1371600"/>
          </a:xfrm>
          <a:prstGeom prst="roundRect">
            <a:avLst>
              <a:gd name="adj" fmla="val 4000"/>
            </a:avLst>
          </a:prstGeom>
          <a:solidFill>
            <a:srgbClr val="10151C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560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069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89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to be finalised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560320"/>
            <a:ext cx="2880360" cy="1371600"/>
          </a:xfrm>
          <a:prstGeom prst="roundRect">
            <a:avLst>
              <a:gd name="adj" fmla="val 4000"/>
            </a:avLst>
          </a:prstGeom>
          <a:solidFill>
            <a:srgbClr val="10151C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560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069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389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to be finalised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560320"/>
            <a:ext cx="2880360" cy="1371600"/>
          </a:xfrm>
          <a:prstGeom prst="roundRect">
            <a:avLst>
              <a:gd name="adj" fmla="val 4000"/>
            </a:avLst>
          </a:prstGeom>
          <a:solidFill>
            <a:srgbClr val="10151C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560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069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389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to be finalised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WALKTHROUGH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Certifications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7452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01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2569464"/>
            <a:ext cx="73152" cy="7315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423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Systems Diploma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15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Solutions Expert (MCSA) — CTU Training Solutions, 2017–2018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60120" y="3300984"/>
            <a:ext cx="73152" cy="7315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154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IT: Database Administration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447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MCSE — CTU Training Solutions, 2018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4032504"/>
            <a:ext cx="73152" cy="7315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3886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Senior Certificate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1788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Republic of South Africa, 2016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0151C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187452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9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1901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2569464"/>
            <a:ext cx="73152" cy="7315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MTA: Networking Fundamentals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697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— 2017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37960" y="3172968"/>
            <a:ext cx="73152" cy="7315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3026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Certified Professional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3009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Certiport — 2017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37960" y="3776472"/>
            <a:ext cx="73152" cy="7315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66560" y="36301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 2016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3904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Virtual Academy — 2017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37960" y="4379976"/>
            <a:ext cx="73152" cy="7315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4233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Packet Tracer (x2)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4507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Networking Academy — 2025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37960" y="4983480"/>
            <a:ext cx="73152" cy="7315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66560" y="48371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&amp; Copilot Fundamentals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5111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/ Coursera — 2026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WALKTHROUGH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Experience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 at SBK Projects and Assignments, tracked on the site as a timeline.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313432"/>
            <a:ext cx="118872" cy="11887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6" name="Shape 4"/>
          <p:cNvSpPr/>
          <p:nvPr/>
        </p:nvSpPr>
        <p:spPr>
          <a:xfrm>
            <a:off x="740664" y="2514600"/>
            <a:ext cx="0" cy="1170432"/>
          </a:xfrm>
          <a:prstGeom prst="line">
            <a:avLst/>
          </a:prstGeom>
          <a:noFill/>
          <a:ln w="12700">
            <a:solidFill>
              <a:srgbClr val="232A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03120"/>
            <a:ext cx="10469880" cy="1051560"/>
          </a:xfrm>
          <a:prstGeom prst="roundRect">
            <a:avLst>
              <a:gd name="adj" fmla="val 6957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2240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Technician (Part-Time)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3288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SBK Projects and Assignments — Jan 2019 – Dec 2023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07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Provided remote and onsite technical support, assisted users with Microsoft Office Suite, and maintained accurate digital records.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730752"/>
            <a:ext cx="118872" cy="11887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" y="3931920"/>
            <a:ext cx="0" cy="1170432"/>
          </a:xfrm>
          <a:prstGeom prst="line">
            <a:avLst/>
          </a:prstGeom>
          <a:noFill/>
          <a:ln w="12700">
            <a:solidFill>
              <a:srgbClr val="232A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520440"/>
            <a:ext cx="10469880" cy="1051560"/>
          </a:xfrm>
          <a:prstGeom prst="roundRect">
            <a:avLst>
              <a:gd name="adj" fmla="val 6957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3657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Conductor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502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SBK Projects and Assignments — Jan 2019 – Dec 2021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224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project plans, documentation and team coordination, ensuring efficient workflows and accurate record-keeping.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5148072"/>
            <a:ext cx="118872" cy="118872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4937760"/>
            <a:ext cx="10469880" cy="1051560"/>
          </a:xfrm>
          <a:prstGeom prst="roundRect">
            <a:avLst>
              <a:gd name="adj" fmla="val 6957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5074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Site Technician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3675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SBK Projects and Assignments — Jan 2024 – Dec 2024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6418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team coordination and project efficiency while developing strong organisational and communication skills.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WALKTHROUGH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closing section keeps every route to Nyaniso in one place.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2768" y="2651760"/>
            <a:ext cx="502920" cy="5029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7276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39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nyanisokhoza@gmail.com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2651760"/>
            <a:ext cx="502920" cy="5029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0740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639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083 288 1714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23774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2048" y="2651760"/>
            <a:ext cx="502920" cy="5029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4204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639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linkedin.com/in/nyaniso-khoza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0" y="23774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76688" y="2651760"/>
            <a:ext cx="502920" cy="50292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7668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&lt;&gt;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3639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github.com/nyanisokhoza-code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Download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floating tab, fixed to the right edge of the viewport, keeps the CV one click away from anywhere on the page.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404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4048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button checks whether the CV file exists at the moment of the click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9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73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32735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downloads the PDF immediately, correctly named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9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42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41422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“CV coming soon” tooltip appears instead of a broken-file error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966960" y="2103120"/>
            <a:ext cx="1005840" cy="2651760"/>
          </a:xfrm>
          <a:prstGeom prst="roundRect">
            <a:avLst>
              <a:gd name="adj" fmla="val 10909"/>
            </a:avLst>
          </a:prstGeom>
          <a:solidFill>
            <a:srgbClr val="141A22"/>
          </a:solidFill>
          <a:ln w="19050">
            <a:solidFill>
              <a:srgbClr val="4C8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966960" y="28346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b="1" spc="100" kern="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b="1" spc="100" kern="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layout, navigation and the floating CV control all adapt across screen sizes.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141A22"/>
          </a:solidFill>
          <a:ln w="19050">
            <a:solidFill>
              <a:srgbClr val="232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14600"/>
            <a:ext cx="2468880" cy="2743200"/>
          </a:xfrm>
          <a:prstGeom prst="roundRect">
            <a:avLst>
              <a:gd name="adj" fmla="val 1481"/>
            </a:avLst>
          </a:prstGeom>
          <a:solidFill>
            <a:srgbClr val="1015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440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2331720"/>
            <a:ext cx="2194560" cy="3566160"/>
          </a:xfrm>
          <a:prstGeom prst="roundRect">
            <a:avLst>
              <a:gd name="adj" fmla="val 4167"/>
            </a:avLst>
          </a:prstGeom>
          <a:solidFill>
            <a:srgbClr val="141A22"/>
          </a:solidFill>
          <a:ln w="19050">
            <a:solidFill>
              <a:srgbClr val="232A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2514600"/>
            <a:ext cx="1920240" cy="2743200"/>
          </a:xfrm>
          <a:prstGeom prst="roundRect">
            <a:avLst>
              <a:gd name="adj" fmla="val 1905"/>
            </a:avLst>
          </a:prstGeom>
          <a:solidFill>
            <a:srgbClr val="1015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6052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2331720"/>
            <a:ext cx="1645920" cy="3566160"/>
          </a:xfrm>
          <a:prstGeom prst="roundRect">
            <a:avLst>
              <a:gd name="adj" fmla="val 5556"/>
            </a:avLst>
          </a:prstGeom>
          <a:solidFill>
            <a:srgbClr val="141A22"/>
          </a:solidFill>
          <a:ln w="19050">
            <a:solidFill>
              <a:srgbClr val="232A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2514600"/>
            <a:ext cx="1371600" cy="2743200"/>
          </a:xfrm>
          <a:prstGeom prst="roundRect">
            <a:avLst>
              <a:gd name="adj" fmla="val 2667"/>
            </a:avLst>
          </a:prstGeom>
          <a:solidFill>
            <a:srgbClr val="1015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5440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Desktop: full navigation, side-docked vertical CV tab.  Tablet: condensed layout, grid sections reflow.  Mobile: collapsed nav, CV control becomes a bottom-right pill.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 &amp; Repository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0151C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nyanisokhoza-code / Personal-Portfolio-Website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github.com/nyanisokhoza-code/Personal-Portfolio-Website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43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repository  •  version-controlled with Git  •  clean, documented commit history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374904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css/style.css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374904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js/script.js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assets/documents/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443484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assets/images/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443484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41A22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0151C"/>
          </a:solidFill>
          <a:ln w="12700">
            <a:solidFill>
              <a:srgbClr val="23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457200" cy="457200"/>
          </a:xfrm>
          <a:prstGeom prst="ellipse">
            <a:avLst/>
          </a:prstGeom>
          <a:solidFill>
            <a:srgbClr val="10151C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nyanisokhoza-code.github.io/Personal-Portfolio-Website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834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on GitHub Pages, deployed directly from the main branch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4005072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Rebuilds automatically on every push to main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507992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hosting cost or server to manage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5010912"/>
            <a:ext cx="82296" cy="82296"/>
          </a:xfrm>
          <a:prstGeom prst="ellipse">
            <a:avLst/>
          </a:prstGeom>
          <a:solidFill>
            <a:srgbClr val="4C8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repository serves as both code and deployment source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548640"/>
            <a:ext cx="640080" cy="640080"/>
          </a:xfrm>
          <a:prstGeom prst="ellipse">
            <a:avLst/>
          </a:prstGeom>
          <a:solidFill>
            <a:srgbClr val="141A22"/>
          </a:solidFill>
          <a:ln w="12700">
            <a:solidFill>
              <a:srgbClr val="4C8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69848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live, working portfolio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with a clear visual identity, built on a lean and dependency-free stack, and shipped with a working CV download, responsive layout, public source repository and live deployment — a solid foundation to keep building on as projects, experience and certifications are finalised.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3657600" cy="0"/>
          </a:xfrm>
          <a:prstGeom prst="line">
            <a:avLst/>
          </a:prstGeom>
          <a:noFill/>
          <a:ln w="12700">
            <a:solidFill>
              <a:srgbClr val="232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8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Nyaniso Khoza  •  nyanisokhoza-code.github.io/Personal-Portfolio-Website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2026-09-03T07:50:44Z</dcterms:created>
  <dcterms:modified xsi:type="dcterms:W3CDTF">2026-09-03T07:50:44Z</dcterms:modified>
</cp:coreProperties>
</file>